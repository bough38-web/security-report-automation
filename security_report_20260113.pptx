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보안·안전 자동 보고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2026-01-13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📰 KT텔레캅 뉴스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요약 실패 (API Key 없음)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📰 에스원 뉴스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요약 실패 (API Key 없음)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📰 쉴더스 뉴스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요약 실패 (API Key 없음)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📰 보안 사고 뉴스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요약 실패 (API Key 없음)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📰 안전 사고 뉴스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요약 실패 (API Key 없음)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✅ 감사 및 보고 대응 안내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본 보고서는 외부 공개 뉴스 기반 자동 수집 자료이며</a:t>
            </a:r>
          </a:p>
          <a:p>
            <a:r>
              <a:t>AI 요약은 참고용으로 활용됩니다.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